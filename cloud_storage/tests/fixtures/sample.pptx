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1.png" ContentType="image/png"/>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charts/chart1.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Lst>
  <p:sldIdLst>
    <p:sldId id="256" r:id="rId4"/>
    <p:sldId id="257" r:id="rId5"/>
    <p:sldId id="258" r:id="rId6"/>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48241137"/>
        <c:axId val="20329759"/>
      </c:barChart>
      <c:catAx>
        <c:axId val="48241137"/>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b="0" sz="1000" spc="-1" strike="noStrike">
                <a:solidFill>
                  <a:srgbClr val="000000"/>
                </a:solidFill>
                <a:latin typeface="Arial"/>
              </a:defRPr>
            </a:pPr>
          </a:p>
        </c:txPr>
        <c:crossAx val="20329759"/>
        <c:crosses val="autoZero"/>
        <c:auto val="1"/>
        <c:lblAlgn val="ctr"/>
        <c:lblOffset val="100"/>
        <c:noMultiLvlLbl val="0"/>
      </c:catAx>
      <c:valAx>
        <c:axId val="20329759"/>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b="0" sz="1000" spc="-1" strike="noStrike">
                <a:solidFill>
                  <a:srgbClr val="000000"/>
                </a:solidFill>
                <a:latin typeface="Arial"/>
              </a:defRPr>
            </a:pPr>
          </a:p>
        </c:txPr>
        <c:crossAx val="48241137"/>
        <c:crosses val="autoZero"/>
        <c:crossBetween val="between"/>
      </c:valAx>
      <c:spPr>
        <a:noFill/>
        <a:ln w="0">
          <a:solidFill>
            <a:srgbClr val="b3b3b3"/>
          </a:solidFill>
        </a:ln>
      </c:spPr>
    </c:plotArea>
    <c:legend>
      <c:legendPos val="r"/>
      <c:overlay val="0"/>
      <c:spPr>
        <a:noFill/>
        <a:ln w="0">
          <a:noFill/>
        </a:ln>
      </c:spPr>
      <c:txPr>
        <a:bodyPr/>
        <a:lstStyle/>
        <a:p>
          <a:pPr>
            <a:defRPr b="0" sz="1000" spc="-1" strike="noStrike">
              <a:solidFill>
                <a:srgbClr val="000000"/>
              </a:solidFill>
              <a:latin typeface="Arial"/>
            </a:defRPr>
          </a:pPr>
        </a:p>
      </c:txPr>
    </c:legend>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1">
    <p:spTree>
      <p:nvGrpSpPr>
        <p:cNvPr id="1" name=""/>
        <p:cNvGrpSpPr/>
        <p:nvPr/>
      </p:nvGrpSpPr>
      <p:grpSpPr>
        <a:xfrm>
          <a:off x="0" y="0"/>
          <a:ext cx="0" cy="0"/>
          <a:chOff x="0" y="0"/>
          <a:chExt cx="0" cy="0"/>
        </a:xfrm>
      </p:grpSpPr>
      <p:sp>
        <p:nvSpPr>
          <p:cNvPr id="11"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3600" spc="-1" strike="noStrike">
              <a:solidFill>
                <a:srgbClr val="000000"/>
              </a:solidFill>
              <a:latin typeface="Arial"/>
            </a:endParaRPr>
          </a:p>
        </p:txBody>
      </p:sp>
      <p:sp>
        <p:nvSpPr>
          <p:cNvPr id="12" name="PlaceHolder 2"/>
          <p:cNvSpPr>
            <a:spLocks noGrp="1"/>
          </p:cNvSpPr>
          <p:nvPr>
            <p:ph/>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6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C1C8ADAC-A3FA-48C0-B945-116E8987BBF6}"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spTree>
      <p:nvGrpSpPr>
        <p:cNvPr id="1" name=""/>
        <p:cNvGrpSpPr/>
        <p:nvPr/>
      </p:nvGrpSpPr>
      <p:grpSpPr>
        <a:xfrm>
          <a:off x="0" y="0"/>
          <a:ext cx="0" cy="0"/>
          <a:chOff x="0" y="0"/>
          <a:chExt cx="0" cy="0"/>
        </a:xfrm>
      </p:grpSpPr>
      <p:sp>
        <p:nvSpPr>
          <p:cNvPr id="13"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3600" spc="-1" strike="noStrike">
              <a:solidFill>
                <a:srgbClr val="000000"/>
              </a:solidFill>
              <a:latin typeface="Arial"/>
            </a:endParaRPr>
          </a:p>
        </p:txBody>
      </p:sp>
      <p:sp>
        <p:nvSpPr>
          <p:cNvPr id="14" name="PlaceHolder 2"/>
          <p:cNvSpPr>
            <a:spLocks noGrp="1"/>
          </p:cNvSpPr>
          <p:nvPr>
            <p:ph type="subTitle"/>
          </p:nvPr>
        </p:nvSpPr>
        <p:spPr>
          <a:xfrm>
            <a:off x="502920" y="1800000"/>
            <a:ext cx="9070920" cy="4383000"/>
          </a:xfrm>
          <a:prstGeom prst="rect">
            <a:avLst/>
          </a:prstGeom>
          <a:noFill/>
          <a:ln w="0">
            <a:noFill/>
          </a:ln>
        </p:spPr>
        <p:txBody>
          <a:bodyPr lIns="0" rIns="0" tIns="0" bIns="0" anchor="ctr">
            <a:noAutofit/>
          </a:bodyPr>
          <a:p>
            <a:pPr marL="343080" indent="-343080" algn="ctr">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5930422-4BAE-42D2-8AF1-D847F5FDA965}" type="slidenum">
              <a:t>&lt;#&gt;</a:t>
            </a:fld>
          </a:p>
        </p:txBody>
      </p:sp>
      <p:sp>
        <p:nvSpPr>
          <p:cNvPr id="6" name="PlaceHolder 5"/>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2920" y="301320"/>
            <a:ext cx="9069480" cy="1260360"/>
          </a:xfrm>
          <a:prstGeom prst="rect">
            <a:avLst/>
          </a:prstGeom>
          <a:noFill/>
          <a:ln w="0">
            <a:noFill/>
          </a:ln>
        </p:spPr>
        <p:txBody>
          <a:bodyPr lIns="0" rIns="0" tIns="0" bIns="0" anchor="ctr">
            <a:noAutofit/>
          </a:bodyPr>
          <a:p>
            <a:pPr indent="0" algn="ctr">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2920" y="1768320"/>
            <a:ext cx="9069480" cy="4383360"/>
          </a:xfrm>
          <a:prstGeom prst="rect">
            <a:avLst/>
          </a:prstGeom>
          <a:noFill/>
          <a:ln w="0">
            <a:noFill/>
          </a:ln>
        </p:spPr>
        <p:txBody>
          <a:bodyPr lIns="0" rIns="0" tIns="2412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2" name="PlaceHolder 3"/>
          <p:cNvSpPr>
            <a:spLocks noGrp="1"/>
          </p:cNvSpPr>
          <p:nvPr>
            <p:ph type="dt" idx="1"/>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72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853E0E33-F760-4AF1-B7C7-0A040C848097}"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 name="" descr=""/>
          <p:cNvPicPr/>
          <p:nvPr/>
        </p:nvPicPr>
        <p:blipFill>
          <a:blip r:embed="rId2"/>
          <a:stretch/>
        </p:blipFill>
        <p:spPr>
          <a:xfrm>
            <a:off x="0" y="0"/>
            <a:ext cx="10078920" cy="7559640"/>
          </a:xfrm>
          <a:prstGeom prst="rect">
            <a:avLst/>
          </a:prstGeom>
          <a:ln w="0">
            <a:noFill/>
          </a:ln>
        </p:spPr>
      </p:pic>
      <p:sp>
        <p:nvSpPr>
          <p:cNvPr id="6"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7"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pc="-1" strike="noStrike">
                <a:solidFill>
                  <a:srgbClr val="000000"/>
                </a:solidFill>
                <a:latin typeface="Arial"/>
              </a:rPr>
              <a:t>Click to edit the outline text format</a:t>
            </a:r>
            <a:endParaRPr b="0" lang="en-US" sz="2600" spc="-1" strike="noStrike">
              <a:solidFill>
                <a:srgbClr val="000000"/>
              </a:solidFill>
              <a:latin typeface="Arial"/>
            </a:endParaRPr>
          </a:p>
          <a:p>
            <a:pPr lvl="1"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pc="-1" strike="noStrike">
                <a:solidFill>
                  <a:srgbClr val="000000"/>
                </a:solidFill>
                <a:latin typeface="Arial"/>
              </a:rPr>
              <a:t>Second Outline Level</a:t>
            </a:r>
            <a:endParaRPr b="0" lang="en-US" sz="2600" spc="-1" strike="noStrike">
              <a:solidFill>
                <a:srgbClr val="000000"/>
              </a:solidFill>
              <a:latin typeface="Arial"/>
            </a:endParaRPr>
          </a:p>
          <a:p>
            <a:pPr lvl="2"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pc="-1" strike="noStrike">
                <a:solidFill>
                  <a:srgbClr val="000000"/>
                </a:solidFill>
                <a:latin typeface="Arial"/>
              </a:rPr>
              <a:t>Third Outline Level</a:t>
            </a:r>
            <a:endParaRPr b="0" lang="en-US" sz="2600" spc="-1" strike="noStrike">
              <a:solidFill>
                <a:srgbClr val="000000"/>
              </a:solidFill>
              <a:latin typeface="Arial"/>
            </a:endParaRPr>
          </a:p>
          <a:p>
            <a:pPr lvl="3"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pc="-1" strike="noStrike">
                <a:solidFill>
                  <a:srgbClr val="000000"/>
                </a:solidFill>
                <a:latin typeface="Arial"/>
              </a:rPr>
              <a:t>Fourth Outline Level</a:t>
            </a:r>
            <a:endParaRPr b="0" lang="en-US" sz="2600" spc="-1" strike="noStrike">
              <a:solidFill>
                <a:srgbClr val="000000"/>
              </a:solidFill>
              <a:latin typeface="Arial"/>
            </a:endParaRPr>
          </a:p>
          <a:p>
            <a:pPr lvl="4"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pc="-1" strike="noStrike">
                <a:solidFill>
                  <a:srgbClr val="000000"/>
                </a:solidFill>
                <a:latin typeface="Arial"/>
              </a:rPr>
              <a:t>Fifth Outline Level</a:t>
            </a:r>
            <a:endParaRPr b="0" lang="en-US" sz="2600" spc="-1" strike="noStrike">
              <a:solidFill>
                <a:srgbClr val="000000"/>
              </a:solidFill>
              <a:latin typeface="Arial"/>
            </a:endParaRPr>
          </a:p>
          <a:p>
            <a:pPr lvl="5"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pc="-1" strike="noStrike">
                <a:solidFill>
                  <a:srgbClr val="000000"/>
                </a:solidFill>
                <a:latin typeface="Arial"/>
              </a:rPr>
              <a:t>Sixth Outline Level</a:t>
            </a:r>
            <a:endParaRPr b="0" lang="en-US" sz="2600" spc="-1" strike="noStrike">
              <a:solidFill>
                <a:srgbClr val="000000"/>
              </a:solidFill>
              <a:latin typeface="Arial"/>
            </a:endParaRPr>
          </a:p>
          <a:p>
            <a:pPr lvl="6"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pc="-1" strike="noStrike">
                <a:solidFill>
                  <a:srgbClr val="000000"/>
                </a:solidFill>
                <a:latin typeface="Arial"/>
              </a:rPr>
              <a:t>Seventh Outline Level</a:t>
            </a:r>
            <a:endParaRPr b="0" lang="en-US" sz="2600" spc="-1" strike="noStrike">
              <a:solidFill>
                <a:srgbClr val="000000"/>
              </a:solidFill>
              <a:latin typeface="Arial"/>
            </a:endParaRPr>
          </a:p>
        </p:txBody>
      </p:sp>
      <p:sp>
        <p:nvSpPr>
          <p:cNvPr id="8" name="PlaceHolder 3"/>
          <p:cNvSpPr>
            <a:spLocks noGrp="1"/>
          </p:cNvSpPr>
          <p:nvPr>
            <p:ph type="dt" idx="4"/>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&lt;date/time&gt;</a:t>
            </a:r>
            <a:endParaRPr b="0" lang="en-US" sz="1400" spc="-1" strike="noStrike">
              <a:solidFill>
                <a:srgbClr val="000000"/>
              </a:solidFill>
              <a:latin typeface="Times New Roman"/>
            </a:endParaRPr>
          </a:p>
        </p:txBody>
      </p:sp>
      <p:sp>
        <p:nvSpPr>
          <p:cNvPr id="9" name="PlaceHolder 4"/>
          <p:cNvSpPr>
            <a:spLocks noGrp="1"/>
          </p:cNvSpPr>
          <p:nvPr>
            <p:ph type="ftr" idx="5"/>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DEA2548F-16F5-408E-A069-195F928F4942}"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pc="-1" strike="noStrike">
                <a:solidFill>
                  <a:srgbClr val="000000"/>
                </a:solidFill>
                <a:latin typeface="Arial"/>
              </a:rPr>
              <a:t>Lorem ipsum</a:t>
            </a:r>
            <a:endParaRPr b="0" lang="en-US" sz="3600" spc="-1" strike="noStrike">
              <a:solidFill>
                <a:srgbClr val="000000"/>
              </a:solidFill>
              <a:latin typeface="Arial"/>
            </a:endParaRPr>
          </a:p>
        </p:txBody>
      </p:sp>
      <p:sp>
        <p:nvSpPr>
          <p:cNvPr id="16" name="PlaceHolder 2"/>
          <p:cNvSpPr>
            <a:spLocks noGrp="1"/>
          </p:cNvSpPr>
          <p:nvPr>
            <p:ph type="subTitle"/>
          </p:nvPr>
        </p:nvSpPr>
        <p:spPr>
          <a:xfrm>
            <a:off x="502920" y="1800000"/>
            <a:ext cx="9072360" cy="4384440"/>
          </a:xfrm>
          <a:prstGeom prst="rect">
            <a:avLst/>
          </a:prstGeom>
          <a:noFill/>
          <a:ln w="0">
            <a:noFill/>
          </a:ln>
        </p:spPr>
        <p:txBody>
          <a:bodyPr lIns="0" rIns="0" tIns="1152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500" spc="-1" strike="noStrike">
                <a:solidFill>
                  <a:srgbClr val="000000"/>
                </a:solidFill>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b="0" lang="en-US" sz="1500" spc="-1" strike="noStrike">
              <a:solidFill>
                <a:srgbClr val="000000"/>
              </a:solidFill>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500" spc="-1" strike="noStrike">
              <a:solidFill>
                <a:srgbClr val="000000"/>
              </a:solidFill>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500" spc="-1" strike="noStrike">
                <a:solidFill>
                  <a:srgbClr val="000000"/>
                </a:solidFill>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b="0" lang="en-US" sz="1500" spc="-1" strike="noStrike">
              <a:solidFill>
                <a:srgbClr val="000000"/>
              </a:solidFill>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500" spc="-1" strike="noStrike">
              <a:solidFill>
                <a:srgbClr val="000000"/>
              </a:solidFill>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nodeType="clickEffect" fill="hold" presetClass="entr" presetID="1">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nodeType="clickEffect" fill="hold" presetClass="entr" presetID="1">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nodeType="clickEffect" fill="hold" presetClass="entr" presetID="1">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pc="-1" strike="noStrike">
                <a:solidFill>
                  <a:srgbClr val="000000"/>
                </a:solidFill>
                <a:latin typeface="Arial"/>
              </a:rPr>
              <a:t>Chart</a:t>
            </a:r>
            <a:endParaRPr b="0" lang="en-US" sz="3600" spc="-1" strike="noStrike">
              <a:solidFill>
                <a:srgbClr val="000000"/>
              </a:solidFill>
              <a:latin typeface="Arial"/>
            </a:endParaRPr>
          </a:p>
        </p:txBody>
      </p:sp>
      <p:graphicFrame>
        <p:nvGraphicFramePr>
          <p:cNvPr id="18"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nodeType="clickEffect" fill="hold" presetClass="entr" presetID="1">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nodeType="clickEffect" fill="hold" presetClass="entr" presetID="1">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pc="-1" strike="noStrike">
                <a:solidFill>
                  <a:srgbClr val="000000"/>
                </a:solidFill>
                <a:latin typeface="Arial"/>
              </a:rPr>
              <a:t>Table</a:t>
            </a:r>
            <a:endParaRPr b="0" lang="en-US" sz="3600" spc="-1" strike="noStrike">
              <a:solidFill>
                <a:srgbClr val="000000"/>
              </a:solidFill>
              <a:latin typeface="Arial"/>
            </a:endParaRPr>
          </a:p>
        </p:txBody>
      </p:sp>
      <p:graphicFrame>
        <p:nvGraphicFramePr>
          <p:cNvPr id="20"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rPr>
                        <a:t>Column 1</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2</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3</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4</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5</a:t>
                      </a:r>
                      <a:endParaRPr b="0" lang="en-US" sz="1800" spc="-1" strike="noStrike">
                        <a:solidFill>
                          <a:srgbClr val="000000"/>
                        </a:solidFill>
                        <a:latin typeface="Arial"/>
                      </a:endParaRPr>
                    </a:p>
                    <a:p>
                      <a:pPr>
                        <a:lnSpc>
                          <a:spcPct val="93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nodeType="clickEffect" fill="hold" presetClass="entr" presetID="1">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nodeType="clickEffect" fill="hold" presetClass="entr" presetID="1">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2017-08-11T01:28:16Z</dcterms:created>
  <dc:creator/>
  <dc:description/>
  <dc:language>en-US</dc:language>
  <cp:lastModifiedBy/>
  <cp:revision>0</cp:revision>
  <dc:subject/>
  <dc:title/>
</cp:coreProperties>
</file>